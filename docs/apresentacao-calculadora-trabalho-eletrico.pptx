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5698e7a3fc48e2" /><Relationship Type="http://schemas.openxmlformats.org/officeDocument/2006/relationships/extended-properties" Target="/docProps/app.xml" Id="R5f59523f68444544" /><Relationship Type="http://schemas.openxmlformats.org/officeDocument/2006/relationships/officeDocument" Target="/ppt/presentation.xml" Id="R1330aecc079541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9595cd6bdf4cd0"/>
  </p:sldMasterIdLst>
  <p:notesMasterIdLst>
    <p:notesMasterId xmlns:r="http://schemas.openxmlformats.org/officeDocument/2006/relationships" r:id="Rce1f7c4f72eb41f7"/>
  </p:notesMasterIdLst>
  <p:sldIdLst>
    <p:sldId xmlns:r="http://schemas.openxmlformats.org/officeDocument/2006/relationships" id="256" r:id="R14f448942b29402c"/>
    <p:sldId xmlns:r="http://schemas.openxmlformats.org/officeDocument/2006/relationships" id="257" r:id="Rcbd164aac864434a"/>
    <p:sldId xmlns:r="http://schemas.openxmlformats.org/officeDocument/2006/relationships" id="258" r:id="Rbbe9d643e9454f70"/>
    <p:sldId xmlns:r="http://schemas.openxmlformats.org/officeDocument/2006/relationships" id="259" r:id="R86a35d394c0c4762"/>
    <p:sldId xmlns:r="http://schemas.openxmlformats.org/officeDocument/2006/relationships" id="260" r:id="R5922815f9f084e44"/>
    <p:sldId xmlns:r="http://schemas.openxmlformats.org/officeDocument/2006/relationships" id="261" r:id="Reac8fa6ca1594e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9ae811aeae4fd5" /><Relationship Type="http://schemas.openxmlformats.org/officeDocument/2006/relationships/slideMaster" Target="/ppt/slideMasters/slideMaster1.xml" Id="R089595cd6bdf4cd0" /><Relationship Type="http://schemas.openxmlformats.org/officeDocument/2006/relationships/notesMaster" Target="/ppt/notesMasters/notesMaster1.xml" Id="Rce1f7c4f72eb41f7" /><Relationship Type="http://schemas.openxmlformats.org/officeDocument/2006/relationships/presProps" Target="/ppt/presProps.xml" Id="R8aa7fdc1ca1a4254" /><Relationship Type="http://schemas.openxmlformats.org/officeDocument/2006/relationships/tableStyles" Target="/ppt/tableStyles.xml" Id="R66f75e353692462e" /><Relationship Type="http://schemas.openxmlformats.org/officeDocument/2006/relationships/slide" Target="/ppt/slides/slide1.xml" Id="R14f448942b29402c" /><Relationship Type="http://schemas.openxmlformats.org/officeDocument/2006/relationships/slide" Target="/ppt/slides/slide2.xml" Id="Rcbd164aac864434a" /><Relationship Type="http://schemas.openxmlformats.org/officeDocument/2006/relationships/slide" Target="/ppt/slides/slide3.xml" Id="Rbbe9d643e9454f70" /><Relationship Type="http://schemas.openxmlformats.org/officeDocument/2006/relationships/slide" Target="/ppt/slides/slide4.xml" Id="R86a35d394c0c4762" /><Relationship Type="http://schemas.openxmlformats.org/officeDocument/2006/relationships/slide" Target="/ppt/slides/slide5.xml" Id="R5922815f9f084e44" /><Relationship Type="http://schemas.openxmlformats.org/officeDocument/2006/relationships/slide" Target="/ppt/slides/slide6.xml" Id="Reac8fa6ca1594e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a0f5182b443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36e0036224d70" /><Relationship Type="http://schemas.openxmlformats.org/officeDocument/2006/relationships/notesMaster" Target="/ppt/notesMasters/notesMaster1.xml" Id="R28e9408f9e0d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48d7e0a9794c1c" /><Relationship Type="http://schemas.openxmlformats.org/officeDocument/2006/relationships/notesMaster" Target="/ppt/notesMasters/notesMaster1.xml" Id="R26cfa7326bea41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a8a5a413b477f" /><Relationship Type="http://schemas.openxmlformats.org/officeDocument/2006/relationships/notesMaster" Target="/ppt/notesMasters/notesMaster1.xml" Id="Rb8e487dc17a546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79900010de429f" /><Relationship Type="http://schemas.openxmlformats.org/officeDocument/2006/relationships/notesMaster" Target="/ppt/notesMasters/notesMaster1.xml" Id="Rbb82fad4851948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729f6d52744c96" /><Relationship Type="http://schemas.openxmlformats.org/officeDocument/2006/relationships/notesMaster" Target="/ppt/notesMasters/notesMaster1.xml" Id="R37dc3c00bde642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12ee7b17c14880" /><Relationship Type="http://schemas.openxmlformats.org/officeDocument/2006/relationships/notesMaster" Target="/ppt/notesMasters/notesMaster1.xml" Id="R8ea30efa9f9444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8fe2687794f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eb6e9f15fd4592" /><Relationship Type="http://schemas.openxmlformats.org/officeDocument/2006/relationships/slideLayout" Target="/ppt/slideLayouts/slideLayout1.xml" Id="Re7d27954935a44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d27954935a44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6ac15be0c4c58" /><Relationship Type="http://schemas.openxmlformats.org/officeDocument/2006/relationships/image" Target="/ppt/media/image.png" Id="R3e10db08ee7441e1" /><Relationship Type="http://schemas.openxmlformats.org/officeDocument/2006/relationships/notesSlide" Target="/ppt/notesSlides/notesSlide1.xml" Id="R044293c41c1b4d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f16c08fc5426d" /><Relationship Type="http://schemas.openxmlformats.org/officeDocument/2006/relationships/notesSlide" Target="/ppt/notesSlides/notesSlide2.xml" Id="R78345e93e13240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e03b8c1154978" /><Relationship Type="http://schemas.openxmlformats.org/officeDocument/2006/relationships/notesSlide" Target="/ppt/notesSlides/notesSlide3.xml" Id="Rbc050badfd5541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383d3017141f8" /><Relationship Type="http://schemas.openxmlformats.org/officeDocument/2006/relationships/image" Target="/ppt/media/image2.png" Id="R7b6dab3e509a4cdf" /><Relationship Type="http://schemas.openxmlformats.org/officeDocument/2006/relationships/notesSlide" Target="/ppt/notesSlides/notesSlide4.xml" Id="R58bee25343d84d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887dc524043db" /><Relationship Type="http://schemas.openxmlformats.org/officeDocument/2006/relationships/image" Target="/ppt/media/image3.png" Id="R2134932e94304371" /><Relationship Type="http://schemas.openxmlformats.org/officeDocument/2006/relationships/notesSlide" Target="/ppt/notesSlides/notesSlide5.xml" Id="Rf62b7d44afe145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2678341f74cf9" /><Relationship Type="http://schemas.openxmlformats.org/officeDocument/2006/relationships/notesSlide" Target="/ppt/notesSlides/notesSlide6.xml" Id="Rf3123428c61b45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AFE82-E334-4033-AECE-1DFFDD94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723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22222"/>
                </a:solidFill>
              </a:defRPr>
            </a:pPr>
            <a:r>
              <a:rPr sz="4650" b="1">
                <a:solidFill>
                  <a:srgbClr val="222222"/>
                </a:solidFill>
              </a:rPr>
              <a:t>Calculadora de Trabalho Eletrico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22B8E-A05E-494A-8B1C-0ACB6566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JavaFX retro com calculo fisico corrigido, sprite novo, ondas animadas, relogio real e feedback sonoro.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DB316-6F3C-4FAB-B6CF-095EE467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3429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0db08ee7441e1"/>
          <a:stretch xmlns:a="http://schemas.openxmlformats.org/drawingml/2006/main"/>
        </p:blipFill>
        <p:spPr>
          <a:xfrm xmlns:a="http://schemas.openxmlformats.org/drawingml/2006/main">
            <a:off x="7897118" y="857250"/>
            <a:ext cx="2112764" cy="4953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0E1BC-F6E6-4683-BF0E-0B0ED76C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Entrega: executavel portatil + README + prints de codigo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A5445-31A6-4194-B57D-21192241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4185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14558-C128-48E1-9512-A06B7CC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O que mudou na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1E26D-9E81-417B-9CB7-45FA0160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A estrutura visual foi preservada; os ajustes foram pontuais.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C459E-4336-45DD-B07E-DAC933F4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Sprite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9153A-4267-48FF-BA4F-208E7F6E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00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Luna agora usa sprite em perfil, maior, em PNG transparente.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5A526-BC6E-4A1D-AC39-F02A680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Camadas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604EC-04F7-4203-BA66-EB3E4602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62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 personagem volta para frente depois de foco/click nos cards.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AE819-BF62-4943-89E6-F1077390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Fundo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058D4-C4DA-4972-8B56-8E964447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24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Ondas continuas por seno substituem o desenho com quebra no loop.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657E6-5567-4000-BA27-7716352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Relogio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09F67-E30C-4F5D-A16C-5E5B2EF4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Horario da barra superior passa a usar LocalTime em tempo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1D1AC-EA87-405B-BBCF-D830A169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Som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B9406-065D-4E7B-8235-9EE54E0E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48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Clique em Calcular toca um efeito curto via JavaFX AudioClip.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D8EAC-A331-4849-9A93-E345CDEA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7073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1076B-0D2F-42F7-BEE8-A2CD0F0B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Modelo fisico usado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8B6C6-82A2-4AC2-9CFB-92775BE8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Energia potencial total dos seis pares de cargas.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22C7A-1884-4C41-BB66-4F44120B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09395-D495-424C-9FDA-0D097BF4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361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222"/>
                </a:solidFill>
              </a:defRPr>
            </a:pPr>
            <a:r>
              <a:rPr sz="3450" b="1">
                <a:solidFill>
                  <a:srgbClr val="222222"/>
                </a:solidFill>
              </a:rPr>
              <a:t>+q          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450" b="1">
                <a:solidFill>
                  <a:srgbClr val="222222"/>
                </a:solidFill>
              </a:defRPr>
            </a:pPr>
            <a:r>
              <a:rPr sz="3450" b="1">
                <a:solidFill>
                  <a:srgbClr val="222222"/>
                </a:solidFill>
              </a:rPr>
              <a:t>-q           +q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C6989-9FB4-4497-BC5A-433E94E1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4 pares laterais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sinais opostos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contribuicao negativa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272F4-B5B0-4B5B-BE57-8BFD29E5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2 diagonais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mesmo sinal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d = a * sqrt(2)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28726-DE9F-4F4B-990E-C278AC1B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W = (k * q^2 / a) * (sqrt(2) - 4)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ACDEA-4FF9-408D-8CDC-36ED629A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1513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742368-1DBB-4C57-97F5-FBFE1DF2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Print da logica do calculo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F4DEA-A8A2-4ABB-88EF-A7003197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Conversao de unidades antes da formula e resultado em notacao cientifica.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dab3e509a4cdf"/>
          <a:stretch xmlns:a="http://schemas.openxmlformats.org/drawingml/2006/main"/>
        </p:blipFill>
        <p:spPr>
          <a:xfrm xmlns:a="http://schemas.openxmlformats.org/drawingml/2006/main">
            <a:off x="1585105" y="1485900"/>
            <a:ext cx="9021789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63568-DA5B-4B2B-AF3E-B030B644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28007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161A5A-9A4A-4699-857B-CEA990F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Print do tratamento de entrada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60DCC-5BA4-4F45-83DA-25715579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Campos vazios, texto invalido, q &lt;= 0 e a &lt;= 0 sao bloqueados.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4932e94304371"/>
          <a:stretch xmlns:a="http://schemas.openxmlformats.org/drawingml/2006/main"/>
        </p:blipFill>
        <p:spPr>
          <a:xfrm xmlns:a="http://schemas.openxmlformats.org/drawingml/2006/main">
            <a:off x="3170464" y="1504950"/>
            <a:ext cx="5851071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A1EAC-A386-4354-A71D-0E2A1BC3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Aceita virgula ou ponto decimal e converte tudo antes do calculo.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BC739-D214-42A5-ABF6-9B191B93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29760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C83FA3-2BFF-490E-B1C1-8228CCBA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Validacao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2C9BC-6F71-46F1-B853-8EE4FEF3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O pacote portatil foi recriado depois das alteracoes.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E50D7-FAEC-45AE-91E2-F44B4305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5DCEA-CED7-410C-B563-BAEAE8A5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764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Build concluido sem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2965A-FC3E-42EA-AABC-047F0AF9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8BD4D-B726-418B-BBF9-A5F95082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Executavel abriu por 5 segundos sem fechar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53CBA-21EC-46DC-AFE5-17CEA6C5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CC4EB-3239-42E1-B242-F66CAF1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JAR contem garota_perfil.png e audio/calculate.wav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E8F7E-1359-4506-ABBD-C3880786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E50E4-60FA-4D76-BD85-E4F72060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Exemplo q = 2.30 pC, a = 64.0 cm =&gt; W ~= -1.921e-13 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C1C5E-7728-4EC7-B431-4CBCA2B3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719BA-59B1-4050-9712-3E1E8914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README atualizado com formula, validacao e execucao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2AB65-8962-460C-8ED3-C60ABB7A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8069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2026-06-30T19:55:53.4940000Z</dcterms:created>
  <dcterms:modified xsi:type="dcterms:W3CDTF">2026-06-30T19:55:53.4940000Z</dcterms:modified>
</coreProperties>
</file>